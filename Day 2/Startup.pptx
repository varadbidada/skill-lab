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 Heavy" charset="1" panose="00000A00000000000000"/>
      <p:regular r:id="rId18"/>
    </p:embeddedFont>
    <p:embeddedFont>
      <p:font typeface="Open Sauce Bold" charset="1" panose="00000800000000000000"/>
      <p:regular r:id="rId19"/>
    </p:embeddedFont>
    <p:embeddedFont>
      <p:font typeface="Canva Sans Bold" charset="1" panose="020B0803030501040103"/>
      <p:regular r:id="rId20"/>
    </p:embeddedFont>
    <p:embeddedFont>
      <p:font typeface="Poppins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14.pn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5.jpeg" Type="http://schemas.openxmlformats.org/officeDocument/2006/relationships/image"/><Relationship Id="rId4" Target="../media/VAHYwNqMrco.mp4" Type="http://schemas.openxmlformats.org/officeDocument/2006/relationships/video"/><Relationship Id="rId5" Target="../media/VAHYwNqMrco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jpeg" Type="http://schemas.openxmlformats.org/officeDocument/2006/relationships/image"/><Relationship Id="rId4" Target="../media/VAHYwBT0qTY.mp4" Type="http://schemas.openxmlformats.org/officeDocument/2006/relationships/video"/><Relationship Id="rId5" Target="../media/VAHYwBT0qTY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59522">
            <a:off x="-1466084" y="-1104127"/>
            <a:ext cx="6017764" cy="3599717"/>
          </a:xfrm>
          <a:custGeom>
            <a:avLst/>
            <a:gdLst/>
            <a:ahLst/>
            <a:cxnLst/>
            <a:rect r="r" b="b" t="t" l="l"/>
            <a:pathLst>
              <a:path h="3599717" w="6017764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45163" y="1480091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586710" y="1895430"/>
            <a:ext cx="5072976" cy="5229872"/>
          </a:xfrm>
          <a:custGeom>
            <a:avLst/>
            <a:gdLst/>
            <a:ahLst/>
            <a:cxnLst/>
            <a:rect r="r" b="b" t="t" l="l"/>
            <a:pathLst>
              <a:path h="5229872" w="5072976">
                <a:moveTo>
                  <a:pt x="0" y="0"/>
                </a:moveTo>
                <a:lnTo>
                  <a:pt x="5072976" y="0"/>
                </a:lnTo>
                <a:lnTo>
                  <a:pt x="5072976" y="5229872"/>
                </a:lnTo>
                <a:lnTo>
                  <a:pt x="0" y="52298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8716" y="4893686"/>
            <a:ext cx="15981622" cy="508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4"/>
              </a:lnSpc>
            </a:pPr>
            <a:r>
              <a:rPr lang="en-US" sz="14610" spc="-686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We came prepared today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4711" y="3676043"/>
            <a:ext cx="15238638" cy="30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4"/>
              </a:lnSpc>
            </a:pPr>
            <a:r>
              <a:rPr lang="en-US" sz="12196" spc="-57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This PPT has steps to interact with LLMs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705538" y="7057516"/>
            <a:ext cx="3435621" cy="3229484"/>
          </a:xfrm>
          <a:custGeom>
            <a:avLst/>
            <a:gdLst/>
            <a:ahLst/>
            <a:cxnLst/>
            <a:rect r="r" b="b" t="t" l="l"/>
            <a:pathLst>
              <a:path h="3229484" w="3435621">
                <a:moveTo>
                  <a:pt x="0" y="0"/>
                </a:moveTo>
                <a:lnTo>
                  <a:pt x="3435622" y="0"/>
                </a:lnTo>
                <a:lnTo>
                  <a:pt x="3435622" y="3229484"/>
                </a:lnTo>
                <a:lnTo>
                  <a:pt x="0" y="32294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236165">
            <a:off x="9551970" y="2271374"/>
            <a:ext cx="2304288" cy="4114800"/>
          </a:xfrm>
          <a:custGeom>
            <a:avLst/>
            <a:gdLst/>
            <a:ahLst/>
            <a:cxnLst/>
            <a:rect r="r" b="b" t="t" l="l"/>
            <a:pathLst>
              <a:path h="4114800" w="2304288">
                <a:moveTo>
                  <a:pt x="0" y="0"/>
                </a:moveTo>
                <a:lnTo>
                  <a:pt x="2304288" y="0"/>
                </a:lnTo>
                <a:lnTo>
                  <a:pt x="23042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2156" y="699996"/>
            <a:ext cx="17895844" cy="9086114"/>
          </a:xfrm>
          <a:custGeom>
            <a:avLst/>
            <a:gdLst/>
            <a:ahLst/>
            <a:cxnLst/>
            <a:rect r="r" b="b" t="t" l="l"/>
            <a:pathLst>
              <a:path h="9086114" w="17895844">
                <a:moveTo>
                  <a:pt x="0" y="0"/>
                </a:moveTo>
                <a:lnTo>
                  <a:pt x="17895844" y="0"/>
                </a:lnTo>
                <a:lnTo>
                  <a:pt x="17895844" y="9086114"/>
                </a:lnTo>
                <a:lnTo>
                  <a:pt x="0" y="90861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561123">
            <a:off x="8909797" y="1699332"/>
            <a:ext cx="2304288" cy="4114800"/>
          </a:xfrm>
          <a:custGeom>
            <a:avLst/>
            <a:gdLst/>
            <a:ahLst/>
            <a:cxnLst/>
            <a:rect r="r" b="b" t="t" l="l"/>
            <a:pathLst>
              <a:path h="4114800" w="2304288">
                <a:moveTo>
                  <a:pt x="0" y="0"/>
                </a:moveTo>
                <a:lnTo>
                  <a:pt x="2304288" y="0"/>
                </a:lnTo>
                <a:lnTo>
                  <a:pt x="23042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561123">
            <a:off x="4988244" y="1557044"/>
            <a:ext cx="2304288" cy="4114800"/>
          </a:xfrm>
          <a:custGeom>
            <a:avLst/>
            <a:gdLst/>
            <a:ahLst/>
            <a:cxnLst/>
            <a:rect r="r" b="b" t="t" l="l"/>
            <a:pathLst>
              <a:path h="4114800" w="2304288">
                <a:moveTo>
                  <a:pt x="0" y="0"/>
                </a:moveTo>
                <a:lnTo>
                  <a:pt x="2304288" y="0"/>
                </a:lnTo>
                <a:lnTo>
                  <a:pt x="23042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4420" y="5400865"/>
            <a:ext cx="9897010" cy="4453654"/>
          </a:xfrm>
          <a:custGeom>
            <a:avLst/>
            <a:gdLst/>
            <a:ahLst/>
            <a:cxnLst/>
            <a:rect r="r" b="b" t="t" l="l"/>
            <a:pathLst>
              <a:path h="4453654" w="9897010">
                <a:moveTo>
                  <a:pt x="0" y="0"/>
                </a:moveTo>
                <a:lnTo>
                  <a:pt x="9897009" y="0"/>
                </a:lnTo>
                <a:lnTo>
                  <a:pt x="9897009" y="4453655"/>
                </a:lnTo>
                <a:lnTo>
                  <a:pt x="0" y="4453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4420" y="5834853"/>
            <a:ext cx="9529388" cy="3162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12"/>
              </a:lnSpc>
              <a:spcBef>
                <a:spcPct val="0"/>
              </a:spcBef>
            </a:pPr>
            <a:r>
              <a:rPr lang="en-US" b="true" sz="6009" spc="-28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open your readme file and go to the first website to open collab 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642404" y="5332456"/>
            <a:ext cx="9897010" cy="4453654"/>
          </a:xfrm>
          <a:custGeom>
            <a:avLst/>
            <a:gdLst/>
            <a:ahLst/>
            <a:cxnLst/>
            <a:rect r="r" b="b" t="t" l="l"/>
            <a:pathLst>
              <a:path h="4453654" w="9897010">
                <a:moveTo>
                  <a:pt x="0" y="0"/>
                </a:moveTo>
                <a:lnTo>
                  <a:pt x="9897010" y="0"/>
                </a:lnTo>
                <a:lnTo>
                  <a:pt x="9897010" y="4453654"/>
                </a:lnTo>
                <a:lnTo>
                  <a:pt x="0" y="4453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236958" y="5742936"/>
            <a:ext cx="6561534" cy="219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3"/>
              </a:lnSpc>
            </a:pPr>
            <a:r>
              <a:rPr lang="en-US" b="true" sz="6281" spc="-29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use 2</a:t>
            </a:r>
            <a:r>
              <a:rPr lang="en-US" b="true" sz="6281" spc="-29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nd</a:t>
            </a:r>
            <a:r>
              <a:rPr lang="en-US" b="true" sz="6281" spc="-29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link to get </a:t>
            </a:r>
          </a:p>
          <a:p>
            <a:pPr algn="ctr">
              <a:lnSpc>
                <a:spcPts val="8793"/>
              </a:lnSpc>
              <a:spcBef>
                <a:spcPct val="0"/>
              </a:spcBef>
            </a:pPr>
            <a:r>
              <a:rPr lang="en-US" b="true" sz="6281" spc="-29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your API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3792823" cy="8145918"/>
          </a:xfrm>
          <a:custGeom>
            <a:avLst/>
            <a:gdLst/>
            <a:ahLst/>
            <a:cxnLst/>
            <a:rect r="r" b="b" t="t" l="l"/>
            <a:pathLst>
              <a:path h="8145918" w="13792823">
                <a:moveTo>
                  <a:pt x="0" y="0"/>
                </a:moveTo>
                <a:lnTo>
                  <a:pt x="13792823" y="0"/>
                </a:lnTo>
                <a:lnTo>
                  <a:pt x="13792823" y="8145918"/>
                </a:lnTo>
                <a:lnTo>
                  <a:pt x="0" y="8145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06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33279" y="0"/>
            <a:ext cx="4354721" cy="3766833"/>
          </a:xfrm>
          <a:custGeom>
            <a:avLst/>
            <a:gdLst/>
            <a:ahLst/>
            <a:cxnLst/>
            <a:rect r="r" b="b" t="t" l="l"/>
            <a:pathLst>
              <a:path h="3766833" w="4354721">
                <a:moveTo>
                  <a:pt x="0" y="0"/>
                </a:moveTo>
                <a:lnTo>
                  <a:pt x="4354721" y="0"/>
                </a:lnTo>
                <a:lnTo>
                  <a:pt x="4354721" y="3766833"/>
                </a:lnTo>
                <a:lnTo>
                  <a:pt x="0" y="3766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461822" y="8548106"/>
            <a:ext cx="18899622" cy="123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3"/>
              </a:lnSpc>
              <a:spcBef>
                <a:spcPct val="0"/>
              </a:spcBef>
            </a:pPr>
            <a:r>
              <a:rPr lang="en-US" b="true" sz="7281" spc="-34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You will land here, this is goooogle collab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4584921" cy="8194903"/>
          </a:xfrm>
          <a:custGeom>
            <a:avLst/>
            <a:gdLst/>
            <a:ahLst/>
            <a:cxnLst/>
            <a:rect r="r" b="b" t="t" l="l"/>
            <a:pathLst>
              <a:path h="8194903" w="14584921">
                <a:moveTo>
                  <a:pt x="0" y="0"/>
                </a:moveTo>
                <a:lnTo>
                  <a:pt x="14584921" y="0"/>
                </a:lnTo>
                <a:lnTo>
                  <a:pt x="14584921" y="8194903"/>
                </a:lnTo>
                <a:lnTo>
                  <a:pt x="0" y="8194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27659" y="525997"/>
            <a:ext cx="3760341" cy="4155073"/>
          </a:xfrm>
          <a:custGeom>
            <a:avLst/>
            <a:gdLst/>
            <a:ahLst/>
            <a:cxnLst/>
            <a:rect r="r" b="b" t="t" l="l"/>
            <a:pathLst>
              <a:path h="4155073" w="3760341">
                <a:moveTo>
                  <a:pt x="0" y="0"/>
                </a:moveTo>
                <a:lnTo>
                  <a:pt x="3760341" y="0"/>
                </a:lnTo>
                <a:lnTo>
                  <a:pt x="3760341" y="4155072"/>
                </a:lnTo>
                <a:lnTo>
                  <a:pt x="0" y="41550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34669" y="7932401"/>
            <a:ext cx="18034506" cy="219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3"/>
              </a:lnSpc>
            </a:pPr>
            <a:r>
              <a:rPr lang="en-US" b="true" sz="6281" spc="-29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Sign In , create your own API key </a:t>
            </a:r>
          </a:p>
          <a:p>
            <a:pPr algn="ctr">
              <a:lnSpc>
                <a:spcPts val="8793"/>
              </a:lnSpc>
              <a:spcBef>
                <a:spcPct val="0"/>
              </a:spcBef>
            </a:pPr>
            <a:r>
              <a:rPr lang="en-US" b="true" sz="6281" spc="-29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and copy your API key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804" y="1948086"/>
            <a:ext cx="10974538" cy="5987983"/>
          </a:xfrm>
          <a:custGeom>
            <a:avLst/>
            <a:gdLst/>
            <a:ahLst/>
            <a:cxnLst/>
            <a:rect r="r" b="b" t="t" l="l"/>
            <a:pathLst>
              <a:path h="5987983" w="10974538">
                <a:moveTo>
                  <a:pt x="0" y="0"/>
                </a:moveTo>
                <a:lnTo>
                  <a:pt x="10974538" y="0"/>
                </a:lnTo>
                <a:lnTo>
                  <a:pt x="10974538" y="5987983"/>
                </a:lnTo>
                <a:lnTo>
                  <a:pt x="0" y="59879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3747009">
            <a:off x="7041755" y="5042193"/>
            <a:ext cx="1878833" cy="526073"/>
          </a:xfrm>
          <a:custGeom>
            <a:avLst/>
            <a:gdLst/>
            <a:ahLst/>
            <a:cxnLst/>
            <a:rect r="r" b="b" t="t" l="l"/>
            <a:pathLst>
              <a:path h="526073" w="1878833">
                <a:moveTo>
                  <a:pt x="1878832" y="0"/>
                </a:moveTo>
                <a:lnTo>
                  <a:pt x="0" y="0"/>
                </a:lnTo>
                <a:lnTo>
                  <a:pt x="0" y="526073"/>
                </a:lnTo>
                <a:lnTo>
                  <a:pt x="1878832" y="526073"/>
                </a:lnTo>
                <a:lnTo>
                  <a:pt x="187883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19410" y="7983210"/>
            <a:ext cx="1036999" cy="2183155"/>
          </a:xfrm>
          <a:custGeom>
            <a:avLst/>
            <a:gdLst/>
            <a:ahLst/>
            <a:cxnLst/>
            <a:rect r="r" b="b" t="t" l="l"/>
            <a:pathLst>
              <a:path h="2183155" w="1036999">
                <a:moveTo>
                  <a:pt x="0" y="0"/>
                </a:moveTo>
                <a:lnTo>
                  <a:pt x="1036998" y="0"/>
                </a:lnTo>
                <a:lnTo>
                  <a:pt x="1036998" y="2183155"/>
                </a:lnTo>
                <a:lnTo>
                  <a:pt x="0" y="21831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36" y="2024805"/>
            <a:ext cx="7570847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9"/>
              </a:lnSpc>
            </a:pPr>
            <a:r>
              <a:rPr lang="en-US" b="true" sz="5149" spc="-242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Click on add new secret </a:t>
            </a:r>
          </a:p>
          <a:p>
            <a:pPr algn="ctr">
              <a:lnSpc>
                <a:spcPts val="61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28448" y="3926915"/>
            <a:ext cx="6007347" cy="1486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b="true" sz="4949" spc="-23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in “Name” type - “GEMINI_API_KEY”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21342" y="8392343"/>
            <a:ext cx="1131949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999" spc="-18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and add ur API key in Value section and allow notebook access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97275" y="-180489"/>
            <a:ext cx="940808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 Your API Key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30851" y="1646787"/>
            <a:ext cx="13792823" cy="8145918"/>
          </a:xfrm>
          <a:custGeom>
            <a:avLst/>
            <a:gdLst/>
            <a:ahLst/>
            <a:cxnLst/>
            <a:rect r="r" b="b" t="t" l="l"/>
            <a:pathLst>
              <a:path h="8145918" w="13792823">
                <a:moveTo>
                  <a:pt x="0" y="0"/>
                </a:moveTo>
                <a:lnTo>
                  <a:pt x="13792823" y="0"/>
                </a:lnTo>
                <a:lnTo>
                  <a:pt x="13792823" y="8145918"/>
                </a:lnTo>
                <a:lnTo>
                  <a:pt x="0" y="8145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06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260410">
            <a:off x="12205568" y="2857850"/>
            <a:ext cx="3038621" cy="2582828"/>
          </a:xfrm>
          <a:custGeom>
            <a:avLst/>
            <a:gdLst/>
            <a:ahLst/>
            <a:cxnLst/>
            <a:rect r="r" b="b" t="t" l="l"/>
            <a:pathLst>
              <a:path h="2582828" w="3038621">
                <a:moveTo>
                  <a:pt x="0" y="0"/>
                </a:moveTo>
                <a:lnTo>
                  <a:pt x="3038621" y="0"/>
                </a:lnTo>
                <a:lnTo>
                  <a:pt x="3038621" y="2582828"/>
                </a:lnTo>
                <a:lnTo>
                  <a:pt x="0" y="25828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6205" y="8316037"/>
            <a:ext cx="1994509" cy="2121818"/>
          </a:xfrm>
          <a:custGeom>
            <a:avLst/>
            <a:gdLst/>
            <a:ahLst/>
            <a:cxnLst/>
            <a:rect r="r" b="b" t="t" l="l"/>
            <a:pathLst>
              <a:path h="2121818" w="1994509">
                <a:moveTo>
                  <a:pt x="0" y="0"/>
                </a:moveTo>
                <a:lnTo>
                  <a:pt x="1994509" y="0"/>
                </a:lnTo>
                <a:lnTo>
                  <a:pt x="1994509" y="2121819"/>
                </a:lnTo>
                <a:lnTo>
                  <a:pt x="0" y="2121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68901" y="-249827"/>
            <a:ext cx="802755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 to T4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076" y="1757662"/>
            <a:ext cx="16954541" cy="8011021"/>
          </a:xfrm>
          <a:custGeom>
            <a:avLst/>
            <a:gdLst/>
            <a:ahLst/>
            <a:cxnLst/>
            <a:rect r="r" b="b" t="t" l="l"/>
            <a:pathLst>
              <a:path h="8011021" w="16954541">
                <a:moveTo>
                  <a:pt x="0" y="0"/>
                </a:moveTo>
                <a:lnTo>
                  <a:pt x="16954540" y="0"/>
                </a:lnTo>
                <a:lnTo>
                  <a:pt x="16954540" y="8011021"/>
                </a:lnTo>
                <a:lnTo>
                  <a:pt x="0" y="8011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48360" y="35211"/>
            <a:ext cx="1273781" cy="1744905"/>
          </a:xfrm>
          <a:custGeom>
            <a:avLst/>
            <a:gdLst/>
            <a:ahLst/>
            <a:cxnLst/>
            <a:rect r="r" b="b" t="t" l="l"/>
            <a:pathLst>
              <a:path h="1744905" w="1273781">
                <a:moveTo>
                  <a:pt x="0" y="0"/>
                </a:moveTo>
                <a:lnTo>
                  <a:pt x="1273781" y="0"/>
                </a:lnTo>
                <a:lnTo>
                  <a:pt x="1273781" y="1744905"/>
                </a:lnTo>
                <a:lnTo>
                  <a:pt x="0" y="1744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66116" y="10192"/>
            <a:ext cx="734234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Run the cells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7090" y="2231409"/>
            <a:ext cx="16714740" cy="10818995"/>
          </a:xfrm>
          <a:custGeom>
            <a:avLst/>
            <a:gdLst/>
            <a:ahLst/>
            <a:cxnLst/>
            <a:rect r="r" b="b" t="t" l="l"/>
            <a:pathLst>
              <a:path h="10818995" w="16714740">
                <a:moveTo>
                  <a:pt x="0" y="0"/>
                </a:moveTo>
                <a:lnTo>
                  <a:pt x="16714740" y="0"/>
                </a:lnTo>
                <a:lnTo>
                  <a:pt x="16714740" y="10818995"/>
                </a:lnTo>
                <a:lnTo>
                  <a:pt x="0" y="1081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1995" y="1535803"/>
            <a:ext cx="15318993" cy="8158700"/>
          </a:xfrm>
          <a:custGeom>
            <a:avLst/>
            <a:gdLst/>
            <a:ahLst/>
            <a:cxnLst/>
            <a:rect r="r" b="b" t="t" l="l"/>
            <a:pathLst>
              <a:path h="8158700" w="15318993">
                <a:moveTo>
                  <a:pt x="0" y="0"/>
                </a:moveTo>
                <a:lnTo>
                  <a:pt x="15318993" y="0"/>
                </a:lnTo>
                <a:lnTo>
                  <a:pt x="15318993" y="8158700"/>
                </a:lnTo>
                <a:lnTo>
                  <a:pt x="0" y="815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79716" y="0"/>
            <a:ext cx="1436605" cy="1436605"/>
          </a:xfrm>
          <a:custGeom>
            <a:avLst/>
            <a:gdLst/>
            <a:ahLst/>
            <a:cxnLst/>
            <a:rect r="r" b="b" t="t" l="l"/>
            <a:pathLst>
              <a:path h="1436605" w="1436605">
                <a:moveTo>
                  <a:pt x="0" y="0"/>
                </a:moveTo>
                <a:lnTo>
                  <a:pt x="1436605" y="0"/>
                </a:lnTo>
                <a:lnTo>
                  <a:pt x="1436605" y="1436605"/>
                </a:lnTo>
                <a:lnTo>
                  <a:pt x="0" y="14366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73091" y="-256091"/>
            <a:ext cx="662178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LLM output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44323" y="4944233"/>
            <a:ext cx="12249089" cy="7928501"/>
          </a:xfrm>
          <a:custGeom>
            <a:avLst/>
            <a:gdLst/>
            <a:ahLst/>
            <a:cxnLst/>
            <a:rect r="r" b="b" t="t" l="l"/>
            <a:pathLst>
              <a:path h="7928501" w="12249089">
                <a:moveTo>
                  <a:pt x="0" y="0"/>
                </a:moveTo>
                <a:lnTo>
                  <a:pt x="12249089" y="0"/>
                </a:lnTo>
                <a:lnTo>
                  <a:pt x="12249089" y="7928502"/>
                </a:lnTo>
                <a:lnTo>
                  <a:pt x="0" y="792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473647" y="1600742"/>
            <a:ext cx="13167360" cy="8229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73647" y="9801767"/>
            <a:ext cx="13167360" cy="26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  <a:spcBef>
                <a:spcPct val="0"/>
              </a:spcBef>
            </a:pPr>
            <a:r>
              <a:rPr lang="en-US" b="true" sz="1599" spc="-8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Your paragraph text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05455" y="-171450"/>
            <a:ext cx="616767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SOME FUN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300301" y="1556529"/>
            <a:ext cx="14541662" cy="9088539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105334" y="-10016"/>
            <a:ext cx="1007733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can u do this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59522">
            <a:off x="-1466084" y="-1104127"/>
            <a:ext cx="6017764" cy="3599717"/>
          </a:xfrm>
          <a:custGeom>
            <a:avLst/>
            <a:gdLst/>
            <a:ahLst/>
            <a:cxnLst/>
            <a:rect r="r" b="b" t="t" l="l"/>
            <a:pathLst>
              <a:path h="3599717" w="6017764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45163" y="1480091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755625" y="1808757"/>
            <a:ext cx="8484124" cy="8229600"/>
          </a:xfrm>
          <a:custGeom>
            <a:avLst/>
            <a:gdLst/>
            <a:ahLst/>
            <a:cxnLst/>
            <a:rect r="r" b="b" t="t" l="l"/>
            <a:pathLst>
              <a:path h="8229600" w="8484124">
                <a:moveTo>
                  <a:pt x="0" y="0"/>
                </a:moveTo>
                <a:lnTo>
                  <a:pt x="8484124" y="0"/>
                </a:lnTo>
                <a:lnTo>
                  <a:pt x="848412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692569"/>
            <a:ext cx="9672886" cy="605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5"/>
              </a:lnSpc>
            </a:pPr>
            <a:r>
              <a:rPr lang="en-US" sz="24569" spc="-1154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DAHYv79UH0Y</dc:identifier>
  <dcterms:modified xsi:type="dcterms:W3CDTF">2011-08-01T06:04:30Z</dcterms:modified>
  <cp:revision>1</cp:revision>
  <dc:title>Startup</dc:title>
</cp:coreProperties>
</file>